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No logo parade. Say the one-liner slowly, let it land, then pause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Maya, 38, is the demo persona. Ground the room in her before any architecture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every other AI companion misses this. Land it before the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 of the deck. Say it, pause. Everything after this slide is proof of this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"combinable": a real state is often two modes at once, e.g. QUIET + ORGANISE.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 chips avoid diagnostic language on purpose: a clinical label invites the person to argue with it instead of picking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Preempts the two hardest judge questions: "isn't this just prompt styling" and "isn't this just if-statements." Say both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plainly: this classifier works even with the wifi off. That's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"not built" plainly: this is where it goes next, not a claim the system reads faces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judge WILL ask "so it never actually reaches out?" Say the honest answer before they ask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breath per card. Summary slide before the mic-drop. Keep pace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silence. Don't talk over the last line. Let it sit for two seconds before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QuietBridge</dc:title>
  <dc:subject>PptxGenJS Presentation</dc:subject>
  <dc:creator>Created by Marp</dc:creator>
  <cp:lastModifiedBy>Created by Marp</cp:lastModifiedBy>
  <cp:revision>1</cp:revision>
  <dcterms:created xsi:type="dcterms:W3CDTF">2026-07-30T19:48:42Z</dcterms:created>
  <dcterms:modified xsi:type="dcterms:W3CDTF">2026-07-30T19:48:42Z</dcterms:modified>
</cp:coreProperties>
</file>